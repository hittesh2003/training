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E8EDE"/>
                </a:solidFill>
                <a:latin typeface="Calibri"/>
              </a:rPr>
              <a:t>MODULE 5 ·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 Deep Dive Into Postgres + pgvector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A93A6"/>
                </a:solidFill>
                <a:latin typeface="Calibri"/>
              </a:rPr>
              <a:t>Not a new database -- the one Module 4 already built. Distance operators, metadata filtering, full-text search, and what actually happens when you add an index.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4"/>
                </a:solidFill>
                <a:latin typeface="Calibri"/>
              </a:rPr>
              <a:t>Postgres 16  ·  pgvector  ·  tsvector/GIN  ·  HNSW  ·  IVFFlat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VIDEO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Part of a Series: How to Build Your First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5B6374"/>
                </a:solidFill>
                <a:latin typeface="Calibri"/>
              </a:rPr>
              <a:t>This module is one step in a planned video series that builds a real, working chatbot end to end -- real documents, real models, real measured results, not toy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5B6374"/>
                </a:solidFill>
                <a:latin typeface="Calibri"/>
              </a:rPr>
              <a:t>    Module 1: OCR &amp; Document Understanding -- PDF to structured markdown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5B6374"/>
                </a:solidFill>
                <a:latin typeface="Calibri"/>
              </a:rPr>
              <a:t>    Module 2: Analysis &amp; Validation -- Is the extraction actually right?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5B6374"/>
                </a:solidFill>
                <a:latin typeface="Calibri"/>
              </a:rPr>
              <a:t>    Module 3: Chunking -- Splitting documents for retrieval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5B6374"/>
                </a:solidFill>
                <a:latin typeface="Calibri"/>
              </a:rPr>
              <a:t>    Module 4: Embedding &amp; Database -- Vectors, Postgres, pgvector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E8EDE"/>
                </a:solidFill>
                <a:latin typeface="Calibri"/>
              </a:rPr>
              <a:t>►  Module 5: Database Deep Dive -- Search, indexes, and what Postgres actually does   ◂ you are here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5B6374"/>
                </a:solidFill>
                <a:latin typeface="Calibri"/>
              </a:rPr>
              <a:t>    Module 6: Summarization -- Retrieval + a real LLM + a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More modules are planned as the series continues toward a complete chatbot -- retrieval and response generation are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Postgres Predates the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Postgres traces back to POSTGRES at UC Berkeley in 1986 -- led by Michael Stonebraker, who later won the Turing Award largely for this work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It's been continuously developed for close to 40 years, longer than almost any other actively used production database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"Just use Postgres" became a real engineering meme for a reason: extensions like pgvector let it absorb entirely new categories of workload (vector search, in this case) without leaving the database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WHY POSTGRES, SPECIFICALLY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One Database, Not a Pile of Specialized 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Extensions, not a separate product: CREATE EXTENSION vector; -- vector search lives in the same database as everything else, one connection, one transaction model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Real SQL around the vectors: WHERE doc_name = ... combined with ORDER BY embedding &lt;=&gt; ... is one query, not "search a vector store, then filter in application code"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More than one kind of search, natively: full-text search (tsvector/tsquery) ships with core Postgres, no extension needed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real, inspectable query planner: EXPLAIN ANALYZE tells you the truth about whether an index is actually used, not just whether you created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PGVECTOR 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Three Distance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pgvector operators -- &lt;-&gt; Euclidean, &lt;=&gt; cosine, &lt;#&gt; negative inner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400">
                <a:solidFill>
                  <a:srgbClr val="A6E3A1"/>
                </a:solidFill>
                <a:latin typeface="Consolas"/>
              </a:rPr>
              <a:t>SELECT chunk_id, embedding_256 &lt;=&gt; %s AS distance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FROM chunks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ORDER BY embedding_256 &lt;=&gt; %s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LIMIT 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69848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Tutorials often say "use cosine for normalized embeddings" as though the choice is consequential. The next slide checks that empirically instead of repeating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All Three Operators Agree -- and Here's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Module 4's embeddings are L2-normalized (unit vectors). For unit vectors, L2² = 2 − 2·cos_similarity -- a strictly monotonic function of cosine similarity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So &lt;-&gt;, &lt;=&gt;, and &lt;#&gt; should produce the IDENTICAL ranking on this data, even though their raw numbers look completely different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Tested on 3 real queries against the real chunks table: confirmed identical top-5 rankings on every single one -- verified, not assumed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The raw distance values differ (0.26 vs 0.44 vs -0.65 for the same pair, on the same query) -- but WHO WINS never changes. That's the number that actually matters for retrieval.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"Cosine Similarity" Is Just the Angle Between Two Arrows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Cosine similarity is literally the cosine of the angle between two vectors -- 1.0 means pointing the same direction, 0 means perpendicular (unrelated), -1 means opposite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It ignores vector LENGTH entirely, which is exactly why embeddings get L2-normalized before comparison -- you want "same meaning, different confidence" to still count as similar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This is 19th-century vector algebra doing the heavy lifting inside a 2020s AI pipeline -- nothing about the comparison itself is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PGVECTOR 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Metadata-Filtered Vector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One query: a WHERE filter AND a vector ORDER BY,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400">
                <a:solidFill>
                  <a:srgbClr val="A6E3A1"/>
                </a:solidFill>
                <a:latin typeface="Consolas"/>
              </a:rPr>
              <a:t>SELECT chunk_id, chunk_text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FROM chunks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WHERE doc_name = 'nasa_iss_factsheet'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ORDER BY embedding_256 &lt;=&gt; %s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LIMIT 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"Find content similar to X, but only within document Y" -- the real pattern retrieval systems actually use, not a special pgvector syntax.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A Case Where Filtering Actually Changes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Query: "important developments and changes"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Unfiltered: top result comes from the Federal Register document (a chunk about manufacturing and tax policy)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Filtered to doc_name = 'nasa_iss_factsheet': top result correctly becomes the NASA chunk about Space Station research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Tested several other queries first -- most didn't change, since a 3-document, topically distinct corpus doesn't confuse vector search easily. This one genuinely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Postgres Has Had Real Full-Text Search Since 2008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tsvector/tsquery (Postgres's built-in text search) shipped in Postgres 8.3, in 2008 -- long before "add search to your app" became a SaaS product category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It supports stemming ("running" matches "run"), ranking (ts_rank), and GIN indexes for speed -- a genuinely complete search engine, not a toy LIKE '%...%' substitute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Most people reach for a separate search service by default without checking whether Postgres already does what they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Full-Text vs. Vector Search, Same Queries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830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3017520"/>
                <a:gridCol w="329184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Full-text result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Vector result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"92 percent"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correct, rank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WRONG at rank 1 (correct is rank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"Houston Texas"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"orbital laboratory"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"how much did border crossings decrease" (paraphrase)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no matches at all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"an orbiting laboratory where things float" (paraphrase)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no matches at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Full-text wins on exact terms and numbers. Vector wins on paraphrase. Neither replaces the other -- this is the actual case for hybrid search, not a hypothetical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PGVECTOR 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Two Kinds of Approximate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Both trade a small amount of accuracy for a large amount of speed on big tables -- neither is exact nearest-neighbor search, by design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IVFFlat: clusters vectors into "lists" ahead of time, then only searches the nearest clusters at query time. Fast to build, needs a lists parameter tuned to table size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HNSW: builds a navigable graph connecting similar vectors. Slower to build, but typically better accuracy at query time, and needs no tuning parameter to get started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Neither one matters on a small table -- Postgres's planner will (correctly) ignore both and just scan everything. The next slides prove that with real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THE ACTUAL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Building Both Index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db_features/index_benchmark.py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2651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400">
                <a:solidFill>
                  <a:srgbClr val="A6E3A1"/>
                </a:solidFill>
                <a:latin typeface="Consolas"/>
              </a:rPr>
              <a:t>CREATE INDEX ... ON benchmark_vectors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USING hnsw (embedding vector_cosine_ops);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CREATE INDEX ... ON benchmark_vectors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USING ivfflat (embedding vector_cosine_ops)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WITH (lists = 447);   -- pgvector's own rule of thumb: sqrt(row_count)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698480" cy="1737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vector_cosine_ops tells the index to optimize specifically for the &lt;=&gt; operator -- an index built for one distance operator doesn't necessarily help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200,000 Synthetic Vectors: No Index vs. HNSW vs. IVFFlat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830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Scan Type (EXPLAIN ANALYZE)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Wall-clock (ms)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Index build time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No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Gather Merge (parallel seq scan)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23.18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HNSW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Index Scan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1.58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215.6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IVFFlat (lists=447)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Index 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7.8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Table is synthetic -- 200,000 random unit vectors, built specifically to have enough rows for an index to matter. Module 4's real 18-chunk table is too small for any index to change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215 Seconds vs. 7.8 Seconds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Both indexes made queries dramatically faster: 23.18 ms with no index down to 1.58 ms (HNSW) and 0.84 ms (IVFFlat) -- roughly 15x and 28x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But building the HNSW index took 215.6 seconds on 200,000 rows. IVFFlat took 7.8 seconds -- about 27x faster to build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IVFFlat also edged out HNSW on query speed here, which isn't the usual story -- HNSW is normally the accuracy/recall favorite. Likely explanation: these vectors are uniformly random with no real semantic cluster structure, which is exactly what IVFFlat's clustering approach is suited for and doesn't showcase HNSW's usual advantage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The lesson isn't "IVFFlat wins" -- it's that the right index depends on your actual data and your actual constraints (build time vs. query time vs. accuracy), not a universal default.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Creating an Index Isn't the Same as Using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CREATE INDEX doesn't guarantee Postgres will use it -- the query planner decides, based on real cost estimates, at query time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On Module 4's 18-row chunks table, an index would sit there unused; the planner correctly prefers a sequential scan because the table is too small for the index to pay for itself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EXPLAIN (ANALYZE, FORMAT JSON) is how you check the truth instead of assuming -- it names the actual scan node Postgres chose, every time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"I created an index" is a claim. "EXPLAIN ANALYZE shows an Index Scan" is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What Module 5 Actually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Three distance operators, empirically confirmed to rank identically on normalized embeddings -- and why that's true, not just observed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Metadata-filtered vector search, with a real query where the filter changes the answer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Full-text search as a genuine complement to vector search, not a lesser substitute -- each wins on exactly the cases you'd expect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real, measured index benchmark -- and a reminder that EXPLAIN ANALYZE, not intuition, is how you know an index is actually helping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3A6"/>
                </a:solidFill>
                <a:latin typeface="Calibri"/>
              </a:rPr>
              <a:t>5. DATABASE/  --  README.md has the full setup and every real number in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4"/>
                </a:solidFill>
                <a:latin typeface="Calibri"/>
              </a:rPr>
              <a:t>Module 5  ·  Data Processing → Analysis → Chunking → Embedding &amp; Database → Database Deep Dive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