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E8EDE"/>
                </a:solidFill>
                <a:latin typeface="Calibri"/>
              </a:rPr>
              <a:t>MODULE 4 · EMBEDDING &amp;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Embedding &amp; Storing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A93A6"/>
                </a:solidFill>
                <a:latin typeface="Calibri"/>
              </a:rPr>
              <a:t>Module 3's chunks become searchable vectors -- nomic-embed-text-v1.5, Postgres + pgvector, and a real measured answer to 'does dimension size actually matter?'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374"/>
                </a:solidFill>
                <a:latin typeface="Calibri"/>
              </a:rPr>
              <a:t>nomic-embed-text-v1.5  ·  pgvector/pgvector:pg16  · 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VIDEO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Part of a Series: How to Build Your First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5B6374"/>
                </a:solidFill>
                <a:latin typeface="Calibri"/>
              </a:rPr>
              <a:t>This module is one step in a planned video series that builds a real, working chatbot end to end -- real documents, real models, real measured results, not toy examples.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Module 1: OCR &amp; Document Understanding -- PDF to structured markdown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Module 2: Analysis &amp; Validation -- Is the extraction actually right?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Module 3: Chunking -- Splitting documents for retrieval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3E8EDE"/>
                </a:solidFill>
                <a:latin typeface="Calibri"/>
              </a:rPr>
              <a:t>►  Module 4: Embedding &amp; Database -- Vectors, Postgres, pgvector   ◂ you are here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Module 5: Database Deep Dive -- Search, indexes, and what Postgres actually does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Module 6: Summarization -- Retrieval + a real LLM + a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B6374"/>
                </a:solidFill>
                <a:latin typeface="Calibri"/>
              </a:rPr>
              <a:t>More modules are planned as the series continues toward a complete chatbot -- retrieval and response generation are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WHY THIS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From Chunks to a Queryable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Module 3 produced chunks -- structured pieces of text. A chunk sitting in a JSON file isn't searchable by meaning yet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To search by meaning, every chunk needs to become a vector (an embedding), and those vectors need somewhere real to live -- not just in memory, in a database built for this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This module does both, and then asks a question most tutorials skip: the embedding model can produce smaller vectors -- does that actually cost you accuracy, or is it free?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Docker is only here as "the way we run Postgres." This isn't a Docker module -- that's coming later.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2A63D"/>
                </a:solidFill>
                <a:latin typeface="Calibri"/>
              </a:rPr>
              <a:t>DID YOU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“Vector Search” Predates Every AI Buzzword Attached to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The core idea -- represent a document as a vector, rank others by how close their vectors are -- is the Vector Space Model, published by Gerard Salton in 1975, for classic information retrieval, decades before embeddings or neural networks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pgvector itself (the Postgres extension this module uses) was released in 2021 by a single developer, Andrew Kane -- not a big-lab research project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“Vector database” as a product category is newer still -- most of what it does is this 50-year-old idea, made fast enough to run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2A63D"/>
                </a:solidFill>
              </a:rPr>
              <a:t>★ DID YOU KNOW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THE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One Embedding, Many Valid Sizes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nomic-embed-text-v1.5 is trained with Matryoshka Representation Learning: its native embedding is 768 numbers, but the FIRST 256 of those 768 numbers are themselves a valid, meaningful embedding on their own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Same for the first 128, the first 64 -- nested representations, like the nesting dolls the technique is named for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That's exactly what this module needs to test “dimension vs. accuracy” honestly: one model, one embedding per chunk, truncated to different sizes -- not five unrelated models that wouldn't be a fair comparison at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7D"/>
                </a:solidFill>
                <a:latin typeface="Calibri"/>
              </a:rPr>
              <a:t>THE ACTUAL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Truncation Is Not “Just Slice the Vector”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6374"/>
                </a:solidFill>
                <a:latin typeface="Calibri"/>
              </a:rPr>
              <a:t>embedding/nomic_embed.py -- copied directly from the model's own 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74320" bIns="274320"/>
          <a:lstStyle/>
          <a:p>
            <a:pPr algn="ctr"/>
            <a:r>
              <a:rPr sz="1400">
                <a:solidFill>
                  <a:srgbClr val="A6E3A1"/>
                </a:solidFill>
                <a:latin typeface="Consolas"/>
              </a:rPr>
              <a:t>embeddings = F.layer_norm(embeddings, normalized_shape=(embeddings.shape[-1],))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embeddings = embeddings[..., :dim]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embeddings = F.normalize(embeddings, p=2, dim=-1)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69848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B6374"/>
                </a:solidFill>
                <a:latin typeface="Calibri"/>
              </a:rPr>
              <a:t>layer_norm, THEN slice, THEN re-normalize -- in that order. Slicing an already-L2-normalized 768-dim vector and renormalizing is a different operation the model was never trained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2A63D"/>
                </a:solidFill>
                <a:latin typeface="Calibri"/>
              </a:rPr>
              <a:t>DID YOU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This Model Fails Silently If You Skip One 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Nomic trained this model to expect a task prefix on every input: "search_document: " on everything you store, "search_query: " on everything you search with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Get it backwards, or skip it entirely, and nothing errors -- you get embeddings back, they look completely normal, and they're just measurably worse at retrieval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This is a common, invisible bug in real RAG systems: a model "working" is not the same as a model being used correctly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2A63D"/>
                </a:solidFill>
              </a:rPr>
              <a:t>★ DID YOU KNOW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7D"/>
                </a:solidFill>
                <a:latin typeface="Calibri"/>
              </a:rPr>
              <a:t>THE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One Table, One Column Per Dimension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6374"/>
                </a:solidFill>
                <a:latin typeface="Calibri"/>
              </a:rPr>
              <a:t>embedding/db.py -- actual schema, one row per chunk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3017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74320" bIns="274320"/>
          <a:lstStyle/>
          <a:p>
            <a:pPr algn="ctr"/>
            <a:r>
              <a:rPr sz="1400">
                <a:solidFill>
                  <a:srgbClr val="A6E3A1"/>
                </a:solidFill>
                <a:latin typeface="Consolas"/>
              </a:rPr>
              <a:t>CREATE TABLE chunks (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   chunk_id TEXT PRIMARY KEY,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   doc_name TEXT NOT NULL,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   section_path TEXT,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   chunk_text TEXT NOT NULL,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   embedding_768 vector(768),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   embedding_512 vector(512),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   embedding_256 vector(256),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   embedding_128 vector(128),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   embedding_64  vector(64)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B6374"/>
                </a:solidFill>
                <a:latin typeface="Calibri"/>
              </a:rPr>
              <a:t>Parallel columns, not five separate tables -- "same chunk, different dimension" is a column lookup, not a join.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CAF7D"/>
                </a:solidFill>
                <a:latin typeface="Calibri"/>
              </a:rPr>
              <a:t>THE ACTUAL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A Real SQL Query, Not Numpy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6374"/>
                </a:solidFill>
                <a:latin typeface="Calibri"/>
              </a:rPr>
              <a:t>embedding/db.py :: nearest_neighbors()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69848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rIns="320040" tIns="274320" bIns="274320"/>
          <a:lstStyle/>
          <a:p>
            <a:pPr algn="ctr"/>
            <a:r>
              <a:rPr sz="1400">
                <a:solidFill>
                  <a:srgbClr val="A6E3A1"/>
                </a:solidFill>
                <a:latin typeface="Consolas"/>
              </a:rPr>
              <a:t>SELECT chunk_id, doc_name, chunk_text,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       embedding_256 &lt;=&gt; %s AS distance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FROM chunks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ORDER BY embedding_256 &lt;=&gt; %s</a:t>
            </a:r>
          </a:p>
          <a:p>
            <a:r>
              <a:rPr sz="1400">
                <a:solidFill>
                  <a:srgbClr val="A6E3A1"/>
                </a:solidFill>
                <a:latin typeface="Consolas"/>
              </a:rPr>
              <a:t>LIMIT 5;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2194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B6374"/>
                </a:solidFill>
                <a:latin typeface="Calibri"/>
              </a:rPr>
              <a:t>&lt;=&gt; is pgvector's cosine-distance operator. 0 = identical direction, larger = less similar. This runs inside Postgres itself, not in Python.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2A63D"/>
                </a:solidFill>
                <a:latin typeface="Calibri"/>
              </a:rPr>
              <a:t>DID YOU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Docker Started as an Internal Tool Nobody Planned to Open-Source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Docker began in 2013 as an internal project at dotCloud, a struggling platform-as-a-service company -- it was open-sourced almost as an afterthought, to try to save the company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The company pivoted entirely around Docker within a year and renamed itself Docker, Inc.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For this module, Docker's job is one line: give you a real Postgres without installing Postgres. That's the whole relationship -- the deeper Docker material is a later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2A63D"/>
                </a:solidFill>
              </a:rPr>
              <a:t>★ DID YOU KNOW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THE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18 Chunks, 10 Hand-Verified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Corpus: all 18 hierarchical chunks from Module 3, across all 3 documents -- the real chunks Module 3 actually produced, not a curated sample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10 queries, each targeting one fact that appears in exactly one specific chunk -- every expected_chunk_id was picked by a human reading the real chunk text, verifiable by eye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Each query runs through a real pgvector search at every one of the 5 test dimensions (768, 512, 256, 128, 64), and we record exactly where the correct chunk landed in the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REAL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D27"/>
                </a:solidFill>
                <a:latin typeface="Calibri"/>
              </a:rPr>
              <a:t>Accuracy at Every Dimension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8308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011680"/>
                <a:gridCol w="1828800"/>
                <a:gridCol w="3017520"/>
              </a:tblGrid>
              <a:tr h="4572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Recall@1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Recall@3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Avg Distance to Correct</a:t>
                      </a:r>
                    </a:p>
                  </a:txBody>
                  <a:tcPr>
                    <a:solidFill>
                      <a:srgbClr val="3E8ED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0.2645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512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0.2671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0.2527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0.2253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D27"/>
                          </a:solidFill>
                          <a:latin typeface="Calibri"/>
                        </a:rPr>
                        <a:t>0.1915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548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B6374"/>
                </a:solidFill>
                <a:latin typeface="Calibri"/>
              </a:rPr>
              <a:t>Recall@k = fraction of the 10 queries where the correct chunk landed in the top k results. Full detail (every query, every dimension) is in dimension_accuracy_report.xlsx.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6C5C"/>
                </a:solidFill>
                <a:latin typeface="Calibri"/>
              </a:rPr>
              <a:t>REAL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The Aggregate Number Hides a Real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Recall@1 looks perfectly flat at 0.70 across every single dimension -- that's the number most people would report and move on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One specific query tells a completely different story: “Who signed the regional operations report as Regional Director?”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768 dims: rank 2   →   512 dims: rank 5   →   256 / 128 / 64 dims: not in the top 5 at all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Every other query held roughly steady. This one -- whose answer is a short, low-information fact (a name and a title) -- degrades hard and monotonically as dimension shrinks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The aggregate metric never shows this. Only the per-query detail does.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06C5C"/>
                </a:solidFill>
                <a:latin typeface="Calibri"/>
              </a:rPr>
              <a:t>A TRAP WORTH NAMING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Smaller Distance Numbers Can Mean Worse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avg_distance_to_correct actually IMPROVES (gets smaller) as dimension shrinks: 0.2645 at 768 dims down to 0.1915 at 64 dims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That looks like the model is “more confident” at lower dimensions. It isn't -- a coarser embedding space compresses everything closer together, correct answers and wrong ones alike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The ranking metrics (recall@k, MRR) are what actually tell you whether retrieval held up. The raw similarity score can improve while the thing you actually care about gets worse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5B6374"/>
                </a:solidFill>
                <a:latin typeface="Calibri"/>
              </a:rPr>
              <a:t>     –  Don't tune a real system by watching similarity scores go up -- watch whether the right answer keeps winning.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384048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F2A63D"/>
                </a:solidFill>
              </a:rPr>
              <a:t>★ DID YOU KNOW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CONNECTING 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Every Module Feeds the Next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Module 1 turned a PDF into classified regions and clean markdown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Module 2 turned that output into a validation report -- tokens, confidence, artifacts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Module 3 turned it into structure-aware, retrieval-sized chunks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Module 4 turned those chunks into a real, queryable, measured system -- and the ground truth for its own experiment came from actually reading Module 3's real chunk text, not a synthetic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E8EDE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D27"/>
                </a:solidFill>
                <a:latin typeface="Calibri"/>
              </a:rPr>
              <a:t>What Module 4 Actually Produces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 real Postgres + pgvector database, 18 chunks, 5 embedding dimensions each, running in Docker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 correct, model-card-verified embedding + truncation pipeline -- not a guess at how Matryoshka embeddings work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A measured answer to “does dimension size matter”: mostly no, in aggregate -- but real, specific, predictable exceptions exist, and only per-query analysis finds them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A1D27"/>
                </a:solidFill>
                <a:latin typeface="Calibri"/>
              </a:rPr>
              <a:t>▸  dimension_accuracy_report.xlsx -- every query, every dimension, every rank, ready to inspect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E8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93A6"/>
                </a:solidFill>
                <a:latin typeface="Calibri"/>
              </a:rPr>
              <a:t>4. EMBEDDING AND DATABASE/  --  README.md has the full setup, the exact truncation code, and every real number in this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374"/>
                </a:solidFill>
                <a:latin typeface="Calibri"/>
              </a:rPr>
              <a:t>Module 4  ·  Data Processing → Analysis → Chunking → Embedding &amp; Database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