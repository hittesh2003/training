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3E8EDE"/>
                </a:solidFill>
                <a:latin typeface="Calibri"/>
              </a:rPr>
              <a:t>MODULE 2 ·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Validating What OCR Actually Extracted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8A93A6"/>
                </a:solidFill>
                <a:latin typeface="Calibri"/>
              </a:rPr>
              <a:t>Module 1 produces a markdown file and says it's done. This module asks: is it actually right?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B6374"/>
                </a:solidFill>
                <a:latin typeface="Calibri"/>
              </a:rPr>
              <a:t>Identification  ·  Validation  ·  Root Cause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VIDEO SERIES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D27"/>
                </a:solidFill>
                <a:latin typeface="Calibri"/>
              </a:rPr>
              <a:t>Part of a Series: How to Build Your First Chatbot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1">
                <a:solidFill>
                  <a:srgbClr val="5B6374"/>
                </a:solidFill>
                <a:latin typeface="Calibri"/>
              </a:rPr>
              <a:t>This module is one step in a planned video series that builds a real, working chatbot end to end -- real documents, real models, real measured results, not toy examples.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8892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Module 1: OCR &amp; Document Understanding -- PDF to structured markdown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3E8EDE"/>
                </a:solidFill>
                <a:latin typeface="Calibri"/>
              </a:rPr>
              <a:t>►  Module 2: Analysis &amp; Validation -- Is the extraction actually right?   ◂ you are here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Module 3: Chunking -- Splitting documents for retrieval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Module 4: Embedding &amp; Database -- Vectors, Postgres, pgvector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Module 5: Database Deep Dive -- Search, indexes, and what Postgres actually does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Module 6: Summarization -- Retrieval + a real LLM + a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B6374"/>
                </a:solidFill>
                <a:latin typeface="Calibri"/>
              </a:rPr>
              <a:t>More modules are planned as the series continues toward a complete chatbot -- retrieval and response generation are next.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WHY THIS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“Done” Is Not the Same as “Correct”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Module 1 finishes every run the same way: a .md file and a metadata.json get written, no error, no warning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That tells you the pipeline didn't crash. It tells you nothing about whether the output is trustworthy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Module 2's job: turn the raw output of many documents into numbers you can actually look at and question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 –  page counts, token density, artifacts found, regions the model wasn't sure about, regions it dropped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The deliverable is one Excel workbook -- because the person who needs to sanity-check 50 documents is rarely the person who wrote the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HOW THIS HELPS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Three Things This Module Actually Buys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Identification -- given 50 processed documents, which ones likely have an extraction problem, from the numbers alone, before opening a single file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Validation -- confirm a document that finished without errors is actually trustworthy enough to move downstream into chunking and embedding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Root cause analysis -- when a document does look wrong, trace it back to the exact page and region that caused it, not just know something's off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All three come from the same source: real per-document metrics, computed once, put in front of a human who can actually question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What This Module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Reads every completed document Module 1 produced -- the extracted text plus its layout metadata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Computes, per document: page count, real token count, tokens/page, images and tables found, artifact counts, low-confidence region count, dropped region count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Writes one Excel workbook: a Summary sheet (one row per document) plus detail sheets for anything worth a second look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THE CORE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How Many Tokens Per Page, Really?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“Word count” is not “token count.” A word can be one token, several tokens, or a fraction of a shared token -- it depends on the tokenizer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Why this matters here specifically: every downstream step (chunking, any embedding or LLM call) is budgeted in tokens, not words or characters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So this module counts tokens with the SAME tokenizer the extraction model uses, rather than estimating -- an approximation here would quietly mislead every step after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REAL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D27"/>
                </a:solidFill>
                <a:latin typeface="Calibri"/>
              </a:rPr>
              <a:t>Tokens Per Page, Three Real Documents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828800"/>
          <a:ext cx="106984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Document</a:t>
                      </a:r>
                    </a:p>
                  </a:txBody>
                  <a:tcPr>
                    <a:solidFill>
                      <a:srgbClr val="3E8E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Pages</a:t>
                      </a:r>
                    </a:p>
                  </a:txBody>
                  <a:tcPr>
                    <a:solidFill>
                      <a:srgbClr val="3E8E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Tokens</a:t>
                      </a:r>
                    </a:p>
                  </a:txBody>
                  <a:tcPr>
                    <a:solidFill>
                      <a:srgbClr val="3E8E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Tokens / Page</a:t>
                      </a:r>
                    </a:p>
                  </a:txBody>
                  <a:tcPr>
                    <a:solidFill>
                      <a:srgbClr val="3E8ED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federal_register_proclamation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1526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508.7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synthetic_sample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513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513.0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nasa_iss_factsheet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495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247.5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1148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B6374"/>
                </a:solidFill>
                <a:latin typeface="Calibri"/>
              </a:rPr>
              <a:t>The dense legal proclamation and the structured synthetic page (table + chart + formula) land almost identically dense -- ~510 tokens/page. The NASA fact sheet's plain prose runs at roughly half that. Content density drives this number more than document length does.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WHAT ELSE GETS MEASURED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Beyond Just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How many images and tables actually made it into the extracted text, versus what the source document had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How many logos, signatures, stamps/seals, and other visual artifacts were detected, and where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How many regions the layout detector itself flagged as uncertain -- it wasn't sure what it was looking at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How many regions were dropped entirely and excluded from the document -- some correctly (headers/footers), some not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How many tables came out structurally broken -- malformed, not just imperfect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THE DELIVERABLE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One Workbook, Built for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Summary -- one row per document, every stat from the last two slides in one place, built to be scanned fast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Artifacts Detail -- one row per detected logo/signature/stamp: page, description, exact location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Low Confidence Regions -- one row per region the layout detector wasn't sure about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Dropped Regions -- one row per region excluded from the document, including anything misclassified and dropped by mistake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 –  Every flagged row carries a location back to the original page -- a finding is only useful if it can be checked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06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06C5C"/>
                </a:solidFill>
                <a:latin typeface="Calibri"/>
              </a:rPr>
              <a:t>ROOT CAUSE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Tracing a Dropped Region Back to a Real Bug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One document's Dropped Regions sheet flagged a region: low confidence, a specific location on the page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That location turned out to be the document's logo -- a real image the layout detector misclassified as page furniture and dropped before extraction ever saw it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Looking at that exact location on the original page image confirmed it immediately -- a visible box drawn right over the logo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 –  This is the whole point of keeping every dropped region instead of silently discarding them -- it turns a hidden bug into something traceable, and something fixable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A VALIDATION HABIT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Tokens/Page as an Anomaly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There's no universal “correct” tokens-per-page number -- it depends entirely on the document type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But once you have it for a batch of similar documents, an outlier is worth a look: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 –  Much LOWER than its peers -- possible sign of missed or truncated content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 –  Much HIGHER than its peers -- possible sign of garbled or repeated extraction output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The value isn't any single number -- it's being able to scan 50 rows and immediately see which ones don't look like the rest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A QUIET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Partial Runs Get Skipped, Not Guessed 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A document only gets analyzed once its extraction has actually finished, not while it's still in progress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An interrupted or still-running extraction leaves incomplete output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That incomplete output gets skipped rather than guessed at -- a document either finished cleanly, or it isn't validated at 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Why This Module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It turns “the pipeline didn't crash” into “here's proof this document is actually usable”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It lets one person identify which of many documents need a closer look, without opening every single one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It turns a hidden extraction bug into a traceable, fixable finding, instead of a silent quality problem downstream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Next: Module 3 takes this same validated output and turns it into retrieval-ready chunks -- recursive, semantic, and hierarchical strategies, compared on the same real 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49039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8A93A6"/>
                </a:solidFill>
                <a:latin typeface="Calibri"/>
              </a:rPr>
              <a:t>2. ANALYSIS/  --  README.md has the full column-by-column report reference and every real number in this deck.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B6374"/>
                </a:solidFill>
                <a:latin typeface="Calibri"/>
              </a:rPr>
              <a:t>Module 2 of 3  ·  Data Processing → Analysis → Chunking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