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E8EDE"/>
                </a:solidFill>
                <a:latin typeface="Calibri"/>
              </a:rPr>
              <a:t>MODULE 2 ·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Validating What OCR Actually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A93A6"/>
                </a:solidFill>
                <a:latin typeface="Calibri"/>
              </a:rPr>
              <a:t>Module 1 produces a markdown file and says it's done. This module asks: is it actually right?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analyze.py  ·  Qwen/Qwen3.5-0.8B tokenizer  ·  openpyxl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VIDEO SERIES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Part of a Series: How to Build Your First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B6374"/>
                </a:solidFill>
                <a:latin typeface="Calibri"/>
              </a:rPr>
              <a:t>This module is one step in a planned video series that builds a real, working chatbot end to end -- real documents, real models, real measured results, not toy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1: OCR &amp; Document Understanding -- PDF to structured markdown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3E8EDE"/>
                </a:solidFill>
                <a:latin typeface="Calibri"/>
              </a:rPr>
              <a:t>►  Module 2: Analysis &amp; Validation -- Is the extraction actually right?   ◂ you are here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3: Chunking -- Splitting documents for retrieval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4: Embedding &amp; Database -- Vectors, Postgres, pgvector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5: Database Deep Dive -- Search, indexes, and what Postgres actually does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6: Summarization -- Retrieval + a real LLM + a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B6374"/>
                </a:solidFill>
                <a:latin typeface="Calibri"/>
              </a:rPr>
              <a:t>More modules are planned as the series continues toward a complete chatbot -- retrieval and response generation are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WHY THIS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“Done” Is Not the Same as “Correct”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1 finishes every run the same way: a .md file and a metadata.json get written, no error, no warning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tells you the pipeline didn't crash. It tells you nothing about whether the output is trustworthy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2's job: turn the raw output of many documents into numbers you can actually look at and question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page counts, token density, artifacts found, regions the model wasn't sure about, regions it dropped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deliverable is one Excel workbook -- because the person who needs to sanity-check 50 documents is rarely the person who wrote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63D"/>
                </a:solidFill>
                <a:latin typeface="Calibri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“Tokens” Are Newer Than You'd 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Byte-Pair Encoding (BPE) -- the technique behind most modern LLM tokenizers -- was originally a 1994 data-COMPRESSION algorithm, not an AI technique at all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It was repurposed for language models in 2015-2016, first for machine translation, years before GPT existed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There is no universal “token” -- every model family (GPT, Qwen, Llama, Claude...) trains its own tokenizer on its own text, so the same sentence can produce a different token count in each one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This is exactly why this module loads Qwen3.5-0.8B's own tokenizer instead of guessing -- see the next few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38404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2A63D"/>
                </a:solidFill>
              </a:rPr>
              <a:t>★ DID YOU KNOW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What analyze.py Actually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Reads every completed run in Module 1's output/ folder -- the .md file plus metadata.json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Computes, per document: page count, word count, real token count, tokens/page, images and tables found in the body, artifact counts, low-confidence region count, dropped region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Writes one Excel workbook: a Summary sheet (one row per document) plus three detail sheets for anything worth a second look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That's the whole module -- three files: stats.py (compute), tokenizer_util.py (count), report.py (write the workbook)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ENGINEERING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No New 3GB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Counting tokens the right way means loading a real tokenizer -- which means the transformers library, which Module 1 already installed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2 reuses Module 1's virtual environment directly instead of building its own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Only new package this module needs is openpyxl -- one line in the repo's shared requirements.txt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Run it as:  "../1. OCR/.venv/bin/python" analyze.py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small thing, but a real one -- don't make a student re-download a gigabyte of ML libraries just to count tokens and write a spreadsheet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CORE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How Many Tokens Per Page, Really?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“Word count” is not “token count.” A word can be one token, several tokens, or a fraction of a shared token -- it depends on the tokenizer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Why this matters here specifically: every downstream step (Module 3's chunking, any embedding or LLM call) is budgeted in tokens, not words or characters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So “how to check tokens per page” has one honest answer: load the SAME tokenizer the extraction model uses, and count what it actually produces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Not estimate it. Not divide characters by 4. Count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CA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AF7D"/>
                </a:solidFill>
                <a:latin typeface="Calibri"/>
              </a:rPr>
              <a:t>THE ACTUAL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How Tokens/Page Is Actually Computed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6374"/>
                </a:solidFill>
                <a:latin typeface="Calibri"/>
              </a:rPr>
              <a:t>analysis/tokenizer_util.py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274320"/>
          <a:lstStyle/>
          <a:p>
            <a:pPr algn="ctr"/>
            <a:r>
              <a:rPr sz="1400">
                <a:solidFill>
                  <a:srgbClr val="A6E3A1"/>
                </a:solidFill>
                <a:latin typeface="Consolas"/>
              </a:rPr>
              <a:t>from transformers import AutoTokenizer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_TOKENIZER = AutoTokenizer.from_pretrained(config.TOKENIZER_MODEL_ID)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def count_tokens(text: str) -&gt; int: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   return len(_TOKENIZER(text, add_special_tokens=False)["input_ids"])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# tokens_per_page = count_tokens(markdown_text) / page_count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4"/>
                </a:solidFill>
                <a:latin typeface="Calibri"/>
              </a:rPr>
              <a:t>config.TOKENIZER_MODEL_ID is "Qwen/Qwen3.5-0.8B" -- the exact model Module 1 used to extract the text in the first place.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63D"/>
                </a:solidFill>
                <a:latin typeface="Calibri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A “Word” Can Be Several Tokens — or Less Than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Common English words are usually 1 token. Rare words, names, and numbers routinely split into 2-4 tokens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Punctuation-dense, symbol-heavy text (legal citations, document IDs, markdown headers) tokenizes LESS efficiently than plain prose -- more tokens for the same character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That's not a guess -- it's exactly what shows up two slides from now, comparing real documents from this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38404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2A63D"/>
                </a:solidFill>
              </a:rPr>
              <a:t>★ DID YOU KNOW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REAL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Tokens Per Page, Three Real Documents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 / Page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federal_register_proclamation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508.7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synthetic_sample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513.0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nasa_iss_factsheet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247.5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4"/>
                </a:solidFill>
                <a:latin typeface="Calibri"/>
              </a:rPr>
              <a:t>The dense legal proclamation and the structured synthetic page (table + chart + formula) land almost identically dense -- ~510 tokens/page. The NASA fact sheet's plain prose runs at roughly half that. Content density drives this number more than document length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WHAT ELSE GETS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Beyond Just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images_in_body / tables_in_body -- counted directly from the markdown (![...] and &lt;table occurrences)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logo_count / signature_count / stamp_seal_count / other_artifact_count -- tallied from metadata.json's artifacts_detected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low_confidence_count -- regions the layout detector itself flagged as uncertain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dropped_region_count -- regions excluded from the document body (headers/footers, or misclassified content -- see Module 1's README)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malformed_table_count -- any &lt;table&gt; that failed a basic HTML tag-balance check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Plus native PDF metadata: title, author, creation date -- blank when the source PDF never set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One Workbook, Four Sheets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Summary -- one row per document, every stat from the last two slides in one place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Artifacts Detail -- one row per detected logo/signature/stamp_seal: page, description, bounding box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Low Confidence Regions -- one row per region the layout detector wasn't sure about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Dropped Regions -- one row per region excluded from the body, including anything misclassified as page furniture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Cross-reference any bbox here against Module 1's output/&lt;doc&gt;/annotated/ images to see exactly what was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63D"/>
                </a:solidFill>
                <a:latin typeface="Calibri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The Spreadsheet Predates the Personal Computer Boom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VisiCalc (1979) is widely credited as the first electronic spreadsheet -- and the first “killer app” that sold people on owning a computer at all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Excel itself shipped in 1985, for the original Apple Macintosh, two years before it ever ran on Windows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Forty-plus years later, it's still the default format for “give me a report I can actually open and check” -- which is exactly why this module writes .xlsx and not just another .json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38404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2A63D"/>
                </a:solidFill>
              </a:rPr>
              <a:t>★ DID YOU KNOW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6C5C"/>
                </a:solidFill>
                <a:latin typeface="Calibri"/>
              </a:rPr>
              <a:t>REAL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Tracing a Dropped Region Back to a Real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synthetic_sample's Dropped Regions sheet has a row: class “abandon”, confidence 0.46, bbox [1312, 117, 1521, 329]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bbox is the document's logo -- a real image region the layout detector misclassified as page furniture and dropped before it ever reached the VLM's figure classifier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It's visible directly in Module 1's output/synthetic_sample/annotated/page_001.png: a gray “abandon” box drawn right over the logo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This is the whole point of keeping Dropped Regions instead of silently discarding them -- a bounding box and a confidence score turn a hidden bug into a traceable, screenshot-able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VALIDATION HABIT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Tokens/Page as an Anomaly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There's no universal “correct” tokens-per-page number -- it depends entirely on the document type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But once you have it for a batch of similar documents, an outlier is worth a look: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LOWER than its peers -- possible sign of missed or truncated content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HIGHER than its peers -- possible sign of garbled or repeated OCR output (Module 1's own README documents a duplicate-detection bug that does exactly this)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value of this sheet isn't any single number -- it's being able to scan 50 rows and immediately see which ones don't look like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QUIET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Partial Runs Get Skipped, Not Guessed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folder in Module 1's output/ only counts as “a document” if it has BOTH &lt;name&gt;.md AND metadata.json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 interrupted or still-running Module 1 job leaves a folder with pages/ and maybe some images/, but no .md and no metadata.json yet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analyze.py silently skips those rather than guessing at partial data -- a document either finished, or it isn't analyzed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What Module 2 Actually Produces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ocr_analysis_report.xlsx -- Summary + 3 detail sheets, one workbook covering every document Module 1 has processed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Real, exact token counts -- from the same tokenizer the extraction model used, not an approximation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traceable audit trail -- every flagged region carries a bbox back to Module 1's annotated screenshots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Next: Module 3 takes this same output and turns it into retrieval-ready chunks -- recursive, semantic, and hierarchical strategies, compared on the same real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A93A6"/>
                </a:solidFill>
                <a:latin typeface="Calibri"/>
              </a:rPr>
              <a:t>2. ANALYSIS/  --  README.md has the full column-by-column report reference and every real number in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Module 2 of 3  ·  Data Processing → Analysis → Chunking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