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8EDE"/>
                </a:solidFill>
                <a:latin typeface="Calibri"/>
              </a:rPr>
              <a:t>MODULE 6 · SUMMARIZATION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Retrieval + a Real LLM + a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93A6"/>
                </a:solidFill>
                <a:latin typeface="Calibri"/>
              </a:rPr>
              <a:t>A question goes in, Module 4's database gets searched, Qwen3-0.6B turns the results into an answer -- every parameter along the way is a visible control, not a hidden constant.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Qwen/Qwen3-0.6B  ·  Streamlit  ·  Postgres + pgvector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VIDEO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Part of a Series: How to Build Your First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B6374"/>
                </a:solidFill>
                <a:latin typeface="Calibri"/>
              </a:rPr>
              <a:t>This module is one step in a planned video series that builds a real, working chatbot end to end -- real documents, real models, real measured results, not toy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6984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Module 1: OCR &amp; Document Understanding -- PDF to structured markdown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Module 2: Analysis &amp; Validation -- Is the extraction actually right?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Module 3: Chunking -- Splitting documents for retrieval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Module 4: Embedding &amp; Database -- Vectors, Postgres, pgvector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6374"/>
                </a:solidFill>
                <a:latin typeface="Calibri"/>
              </a:rPr>
              <a:t>    Module 5: Database Deep Dive -- Search, indexes, and what Postgres actually does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E8EDE"/>
                </a:solidFill>
                <a:latin typeface="Calibri"/>
              </a:rPr>
              <a:t>►  Module 6: Summarization -- Retrieval + a real LLM + a UI   ◂ you are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This module is the payoff -- everything upstream (extraction, validation, chunking, embedding, storage) finally answers a real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Everything Upstream Finally Answers a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1 extracted. Module 2 validated. Module 3 chunked. Modules 4 and 5 embedded, stored, and searched.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None of that is useful to an actual user until something turns "here are 5 relevant chunks" into "here's your answer"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That's this module: real retrieval from a real database, real generation from a real small LLM, wrapped in a UI where every parameter is a slider you can actually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What Is an LLM, Actually?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neural network trained to predict the next word (token) in a sequence, given everything before it -- nothing more mysterious than that at the core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Trained on an enormous amount of text -- trillions of tokens -- until "predict the next word" produces fluent, coherent, contextually appropriate output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 doesn't look facts up anywhere. Everything it "knows" is compressed into its parameters (weights) during training -- there's no database inside it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Given a prompt, it generates a response one token at a time, each new token chosen based on everything generated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What the LLM Actually Does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In a RAG (Retrieval-Augmented Generation) system, the LLM is NOT the source of truth -- the retrieved chunks are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Its job is narrower and more reliable: read the provided source excerpts, and write a coherent, grounded answer using ONLY that context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That's a reading-comprehension-and-synthesis task, not "recall a fact from memory" -- a much easier, more constrained job than open-domain question answering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This distinction is the whole reason a small model can do this job well, even though it couldn't reliably answer the same question from memory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How the Pipeline 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1. User asks a question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2. The question gets embedded -- Nomic, the same embedding model from Module 4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3. Postgres/pgvector searches for the top_k most similar chunks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4. Retrieved chunks get assembled into a prompt, numbered and source-attributed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5. Qwen3-0.6B reads that prompt and generates an answer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6. The answer, plus which sources it came from, gets shown back to the user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Retrieval and generation are two completely separate models doing two completely separate jobs -- one finds, one writes.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Why a 0.6B Model, Specifically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LLM's job here is narrow -- read provided context, write a grounded answer -- not recall obscure facts from memory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narrow job doesn't need a 70B-parameter model: Qwen3-0.6B runs in a few seconds on a laptop's own GPU, no API key, no per-token cost, no network round trip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Teaching-friendly on purpose: small enough to actually run live in a classroom, fast enough to change a parameter and immediately see the effect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Real tradeoff, not hidden: this module's own experiment catches it making real mistakes. Small and free doesn't mean flawless -- see the findings a few slides from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The Generation Parameters,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temperature -- how much randomness in word choice. Low = safe and predictable, high = varied and less predictable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top_p (nucleus sampling) -- only sample from the smallest set of next-words whose combined probability reaches p, narrowing the field before picking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top_k -- only consider the k most likely next words at each step, full stop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max_new_tokens -- a hard cap on how long the generated answer is allowed to get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enable_thinking -- whether the model writes out reasoning before its final answer (covered in detail next)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0.6 Billion Parameters Is Genuinely Tiny for an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Qwen3-0.6B is roughly 300x smaller than GPT-3 (175B) and still small next to most "small" open models people mean when they say that (7-8B)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It's small enough to run real generation on a laptop's own GPU in a few seconds -- no API key, no per-token bill, no network round trip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tradeoff is real too, not hidden: this module's own experiment catches it making real mistakes. Small and free doesn't mean flawless -- see the findings a few slides from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MODEL CONFIG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enable_thinking Isn't a Post-Processing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Qwen3 models can emit a &lt;think&gt;...&lt;/think&gt; reasoning block before the actual answer -- but it's controlled when the PROMPT is built, not after generation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apply_chat_template(messages, enable_thinking=True/False) changes what the model is asked to produce, not just how the output gets parsed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Thinking content is split from the answer using the model card's own method: find token id 151668 (&lt;/think&gt;) in the generated ids and split there -- not a string search on decoded text, which can be fooled by the model discussing "&lt;/think&gt;" as a literal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MODEL CONFIG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Sampling Parameters Differ by Mode, Officially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308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286000"/>
                <a:gridCol w="1828800"/>
                <a:gridCol w="155448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top_p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top_k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Thinking (enable_thinking=True)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Non-thinking (enable_thinking=False)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3832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Straight from Qwen3's own model card -- not one generic temperature reused for both modes. rag/config.py::GENERATION_PRESETS encodes exactly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Splitting Thinking From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rag/llm.py -- the model card's own documented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try: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split = len(output_ids) - output_ids[::-1].index(151668)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thinking_ids, answer_ids = output_ids[:split], output_ids[split:]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except ValueError: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thinking_ids, answer_ids = [], output_ids   # no &lt;/think&gt; emitted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6984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151668 is the &lt;/think&gt; token id. Searching from the end handles the model discussing thinking/reasoning inside its own answer without false-splitting.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WHAT THIS MODULE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Four Parameters, All Real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top_k -- how many retrieved chunks go into the prompt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Embedding dimension -- the same Matryoshka truncation from Module 4, reused here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enable_thinking -- changes both the sampling preset AND whether a reasoning trace gets generated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max_new_tokens -- the hard cap on how long an answer can get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Every one of these is a slider or toggle in the Streamlit app -- not a constant buried in code you'd need to edit to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One Question, top_k Swept From 1 to the Whole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Fixed question: "What does this collection of documents cover?"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top_k tested: 1, 3, 6, 10, and 18 (the entire real 3-document, 18-chunk corpus from Modules 1-4)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For each: which documents got retrieved, how many prompt tokens that cost, the actual generated answer, and real wall-clock generation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top_k vs. Document Coverage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30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389120"/>
                <a:gridCol w="237744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top_k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Documents represented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Prompt tokens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Generation time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federal_register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2.9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federal_register, nasa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516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2.2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federal_register, nasa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3.6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ALL 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1560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51.4 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18 (everything)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all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7.4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Context budget stayed trivial throughout (0.75%-8.28% of the 32,768-token window) -- this corpus is far too small to ever stress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A Document Can Silently Vanish From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synthetic_sample doesn't appear in the summary at all until top_k=10 -- more than half the entire corpus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Not a bug: that document's table- and chart-heavy chunks are genuinely further in embedding space from a broad, prose-style question than the other two documents' chunks are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A low top_k doesn't just retrieve less content -- it can drop an entire document from the answer with no error, no warning, nothing that looks wrong until you actually check which sources got cited.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51 Seconds Isn't a Glitch -- It's a Longer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51.4s at top_k=10 looks like an outlier next to 2-8s everywhere else, until you read the actual output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At top_k=10, the model chose to write a longer, 5-part itemized answer -- long enough to hit the 250-token cap and get cut off mid-sentence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Every other setting got a 1-3 sentence answer that stopped naturally well under the cap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More retrieved context didn't just change WHAT got covered -- it changed the SHAPE of the answer the model chose to write.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A REAL MODEL QUIRK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Small Models Can Leak Stray Tokens Mid-Sentence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In 2 of the 5 experiment runs (non-thinking mode), a stray non-English character or garbled word leaked into an otherwise-clean English answer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"...southern border d̯."   and   "NASA ResearchGrammar"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Real, repeatable, not cherry-picked -- worth knowing before trusting a 0.6B model's output unsupervised in anything user-facing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Numbered, Source-Attributed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rag/prompting.py::build_messages()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[1] (source: nasa_iss_factsheet &gt; Space Station Overview)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It's also home to astronauts and cosmonauts...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[2] (source: federal_register_proclamation &gt; A Proclamation)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...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Question: What does this collection of documents cover?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The Streamlit app shows this exact assembled text in an expander -- if an answer looks wrong, check what the model actually saw before assuming the model is broken.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THE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A Streamlit App, Not Just a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Question box, real Retrieve + Summarize button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Sidebar: top_k slider, embedding dimension selector, document filter, enable_thinking toggle, max_new_tokens slider, temperature slider (pre-filled with Qwen3's own recommended preset for the selected mode)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Retrieved chunks shown with their real distance scores, before the summary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exact assembled prompt shown in an expander, plus prompt token count and % of the context window used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Generation time, output token count, and the exact sampling parameters used, printed alongside every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What Module 6 Actually Completes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full pipeline, end to end: PDF -&gt; classified regions -&gt; validated markdown -&gt; chunks -&gt; embeddings in Postgres -&gt; retrieval -&gt; a real LLM answer, in a UI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Two model-config details (enable_thinking, mode-specific sampling) implemented the way the model card actually specifies, not guessed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measured, not asserted, answer to "does top_k matter": yes, enough to silently drop an entire document from the answer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Honest findings throughout, including the model's own real mistakes -- language leakage, an answer cut off mid-sentence -- not smoothed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3A6"/>
                </a:solidFill>
                <a:latin typeface="Calibri"/>
              </a:rPr>
              <a:t>6. SUMMARISATION/  --  README.md has the full parameter reference and every real number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Module 6  ·  Data Processing → Analysis → Chunking → Embedding &amp; Database → Database Deep Dive → Summarization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