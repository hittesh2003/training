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EDE"/>
                </a:solidFill>
                <a:latin typeface="Calibri"/>
              </a:rPr>
              <a:t>MODULE 3 ·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Splitting a Document for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6"/>
                </a:solidFill>
                <a:latin typeface="Calibri"/>
              </a:rPr>
              <a:t>Three genuinely different techniques, compared side by side on the same real documents Modules 1 and 2 already produced.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recursive  ·  semantic (Qwen3-Embedding-0.6B)  ·  hierarchical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VIDEO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Part of a Series: How to Build Your First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B6374"/>
                </a:solidFill>
                <a:latin typeface="Calibri"/>
              </a:rPr>
              <a:t>This module is one step in a planned video series that builds a real, working chatbot end to end -- real documents, real models, real measured results, not toy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1: OCR &amp; Document Understanding -- PDF to structured markdown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2: Analysis &amp; Validation -- Is the extraction actually right?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E8EDE"/>
                </a:solidFill>
                <a:latin typeface="Calibri"/>
              </a:rPr>
              <a:t>►  Module 3: Chunking -- Splitting documents for retrieval   ◂ you are here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4: Embedding &amp; Database -- Vectors, Postgres, pgvector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5: Database Deep Dive -- Search, indexes, and what Postgres actually does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6: Summarization -- Retrieval + a real LLM + a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More modules are planned as the series continues toward a complete chatbot -- retrieval and response generation are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You Can't Just Hand Over the Whole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An LLM prompt has a token budget. An embedding model has an input limit. Neither wants (or can take) an entire multi-page document at once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So every retrieval system needs to cut documents into pieces first -- and where you cut matters as much as the content itself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Cut in the wrong place and you get a chunk that's half a table, or a paragraph missing the sentence that explains it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module builds three different answers to “where do I cut?” and runs all three on the same documents so the differences are visible, not theoretical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“Chunking” Is Younger Than the Rest of This Pipeline's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Retrieval-Augmented Generation (RAG) -- the technique that made “chunk it, embed it, retrieve it” a standard pattern -- comes from a 2020 Facebook AI Research paper (Lewis et al.)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Before that, “split the document” mostly meant fixed-size windows for search indexing, not for feeding a generative model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field still hasn't converged on one right answer -- which is exactly why comparing strategies side by side, like this module does, is more honest than picking one and asserting it's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Three Ideas, Not Four Flavors of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MECHANICS -- given a token size, chunk to it, respecting paragraph/sentence boundaries. No understanding of meaning or structure.  →  recursive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MEANING -- group content by how similar it actually is, discovered from the content itself via embeddings. No reference to headings at all.  →  semantic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STRUCTURE -- headings define what belongs under what; tables/figures are atomic; boundaries within a section follow how much content is really there.  →  hierarchical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Each one answers “where should this chunk end?” with different evidence: a number, a similarity score, or a heading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STRATEGY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recursive — Mechanical, Token-Bounded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Given a token size, that's what gets chunked -- the “just give me chunks of size N” baseline every RAG tutorial starts with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Tries paragraph breaks first; if a piece is still too big, recurses into it with a finer separator: line break → sentence → word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Same idea behind LangChain's RecursiveCharacterTextSplitter -- widely used precisely because it's simple and dependency-free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Sizing is checked with the real tokenizer on every candidate piece, not an approximated character budget -- max_tokens is a real guarantee here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Has zero idea what a heading, table, or topic is -- a long &lt;table&gt; gets cut exactly like a long paragraph would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The “Naive” Baseline Is Still the Most Common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Despite every RAG blog post explaining why fixed/recursive splitting misses structure, it remains the default in most production retrieval pipelines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Why: it's fast, deterministic, needs no extra model, and works “well enough” when documents are short and mostly plain text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It breaks down exactly where this project's documents do -- tables, multi-section structure, mixed content types. Simple documents hide the problem; real ones expose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STRATEGY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semantic — Meaning-Driven, Structure-Agnostic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D27"/>
                </a:solidFill>
                <a:latin typeface="Calibri"/>
              </a:rPr>
              <a:t>▸  Embeds every block with Qwen3-Embedding-0.6B -- same model family as the rest of the pipeline, no new dependency, ~1.2GB download through transformers already installed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D27"/>
                </a:solidFill>
                <a:latin typeface="Calibri"/>
              </a:rPr>
              <a:t>▸  Compares each block to the one before it: cosine similarity of L2-normalized vectors, which is just a dot product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D27"/>
                </a:solidFill>
                <a:latin typeface="Calibri"/>
              </a:rPr>
              <a:t>▸  When similarity drops below a threshold (default 0.5), that's a topic shift -- a new chunk starts there, found from the content itself, with no “##” heading involved at all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D27"/>
                </a:solidFill>
                <a:latin typeface="Calibri"/>
              </a:rPr>
              <a:t>▸  Every chunk records the exact boundary_similarity that ended it -- “why did it split here” has a real number behind it, not a guess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D27"/>
                </a:solidFill>
                <a:latin typeface="Calibri"/>
              </a:rPr>
              <a:t>▸  Tables and figures still stay atomic -- they don't have a “topic” to be similar or dissimilar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Cosine Similarity Is Just a Dot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chunking/embedding_util.py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# embeddings are L2-normalized on the way out, so: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def cosine_similarity(a, b) -&gt; float: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return float((a * b).sum())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# a topic shift is detected as: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similarity = cosine_similarity(prev_embedding, embedding)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topic_shift = similarity &lt; similarity_threshold   # default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No separate similarity library needed -- once vectors are normalized, similarity is one line of arithmetic.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“king − man + woman ≈ queen” Is a Real, Famous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word2vec (2013, Mikolov et al. at Google) was the paper that made this demo famous -- vector arithmetic on word embeddings actually landing on meaningful analogies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 was single-word embeddings. Sentence/paragraph-level embeddings (what semantic.py uses) are the same underlying idea applied to whole chunks of meaning, not individual words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Qwen3-Embedding-0.6B produces 1024-dimensional vectors -- every block in a document becomes a single point in a 1024-dimensional space, and “topic shift” just means two points are far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STRATEGY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hierarchical — Structure-Driven, Content-Sized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Builds a section tree from real headings -- every chunk carries a section_path breadcrumb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Tables and figures are atomic blocks, never split, whatever else is happening around them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Packs paragraphs into each section's chunks up to a token budget -- an oversized single paragraph falls back to recursive.py's sentence-level splitter, and small trailing fragments get merged into their neighbor instead of standing alone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chunk also carries a contextualized_text field: “[Section Name]\n&lt;chunk text&gt;” -- prepending the section breadcrumb before embedding is a real retrieval technique (“contextual chunk headers”), not just described here but actually in the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CONNECTING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Real Layout Data, Not Re-Guessed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semantic and hierarchical both need to know what a heading, table, or figure IS before making structure-aware decisions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An earlier version of this module regex-parsed the rendered markdown to re-guess that -- and silently lost information: table_caption, table_footnote, and formula_caption all render as plain or italic text, indistinguishable from a paragraph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1 now writes regions.json -- the real per-region layout record (true class, confidence score, page, bbox) -- and layout_blocks.py reads that directly instead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This is exactly why Module 1 exists as a separate, inspectable step: its output became load-bearing for a module built weeks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Two Strategies That Agree on Nothing Else, Agree on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 synthetic_sample.pdf: recursive.json splits the table's &lt;table border="1"&gt;... opening (198 tokens) from its closing &lt;/table&gt; (70 tokens) -- both flagged table_split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hierarchical.json AND semantic.json both keep the entire 251-token table as one oversized_atomic chunk instead -- over budget, but never broken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One strategy decides boundaries from headings. The other decides them from embedding similarity. They don't agree on much -- except this, because atomicity is a rule applied BEFORE either strategy's actual logic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A Confidence Score That Survives All the Way to a Chunk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One region in synthetic_sample.pdf is a genuinely bad OCR result -- an overlapping/duplicate box the VLM transcribed as “q3 regional output” at confidence 0.30 (documented in Module 1's README)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Any semantic or hierarchical chunk that includes that region is flagged contains_low_confidence_region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That flag only exists because layout_blocks.py reads Module 1's real per-region confidence scores -- there's no way to reconstruct it from rendered markdown text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HONEST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Semantic Chunking Has No Small-Chunk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 nasa_iss_factsheet.pdf: semantic produces 8 chunks to hierarchical's 4 -- several under the 40-token minimum, including a genuine 3-token chunk (a duplicate running-header fragment)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one of those splits has a real similarity score behind it -- a title block, an address block, and a repeated header really are three different “topics” to an embedding model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hierarchical.py has an explicit merge step for small trailing fragments. semantic.py deliberately doesn't -- overriding a detected topic boundary just because the result is small would be a different, unstated rule sneaking back 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A real, current design tradeoff, not an oversight -- worth debating either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Chunk Count &amp; Size Spread, Same Documents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011680"/>
                <a:gridCol w="146304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Chunks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Avg Tokens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Stdev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federal_register_proclamation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recursive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federal_register_proclamation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114.2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45.4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federal_register_proclamation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131.1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nasa_iss_factsheet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recursive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123.0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71.1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nasa_iss_factsheet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nasa_iss_factsheet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115.2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68.0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Full table (all 3 documents × 3 strategies, plus table_split_count, oversized_atomic_count, and avg_boundary_similarity) is in chunk_comparison_report.xlsx.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One Report, Every Strategy,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chunk_comparison_report.xlsx -- Comparison sheet, one row per document × strategy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chunk_count, avg/min/max/stdev tokens, tiny_chunks_below_min, table_split_count, oversized_atomic_count, avg_boundary_similarity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Chunks Detail sheet -- every individual chunk: section path, pages spanned, block-type composition, boundary similarity, notes, text preview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Plus output/&lt;doc-name&gt;/&lt;strategy&gt;.json -- the actual chunks, ready to feed to an embedding step or an LLM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Module 3 Actually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Three real, runnable chunking strategies -- not descriptions of them, working code compared on the same documents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quantified argument for structure- and meaning-aware chunking over blind splitting -- table atomicity, confidence flagging, section breadcrumbs, all visible in real output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An honest accounting of tradeoffs too -- semantic's fragmentation, hierarchical's reliance on headings existing at all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completes the pipeline: Module 1 extracts and classifies, Module 2 validates what came out, Module 3 turns it into retrieval-ready pieces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3A6"/>
                </a:solidFill>
                <a:latin typeface="Calibri"/>
              </a:rPr>
              <a:t>3. CHUNKING/  --  README.md has the full strategy reference and every real finding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Module 3 of 3  ·  Data Processing → Analysis → Chunking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