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EDE"/>
                </a:solidFill>
                <a:latin typeface="Calibri"/>
              </a:rPr>
              <a:t>MODULE 1 ·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OCR &amp; Document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93A6"/>
                </a:solidFill>
                <a:latin typeface="Calibri"/>
              </a:rPr>
              <a:t>From a raw PDF to structured markdown -- a small doc-layout model + a small vision-language model, working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Qwen/Qwen3.5-0.8B  ·  DocLayout-YOLO  ·  PyMuPDF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VIDEO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Part of a Series: How to Build Your First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B6374"/>
                </a:solidFill>
                <a:latin typeface="Calibri"/>
              </a:rPr>
              <a:t>This module is one step in a planned video series that builds a real, working chatbot end to end -- real documents, real models, real measured results, not toy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E8EDE"/>
                </a:solidFill>
                <a:latin typeface="Calibri"/>
              </a:rPr>
              <a:t>►  Module 1: OCR &amp; Document Understanding -- PDF to structured markdown   ◂ you are here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2: Analysis &amp; Validation -- Is the extraction actually right?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3: Chunking -- Splitting documents for retrieval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4: Embedding &amp; Database -- Vectors, Postgres, pgvector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5: Database Deep Dive -- Search, indexes, and what Postgres actually does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6: Summarization -- Retrieval + a real LLM + a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More modules are planned as the series continues toward a complete chatbot -- retrieval and response generation are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OCR Used to Mean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Classic OCR: recognize characters. Feed it a scanned page, get back a string of text.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Built for clean, single-column, printed pages -- and it shows the moment a table or a two-column layout shows up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 never asked “what kind of content is this?” -- a table and a paragraph were both just “characters on a page”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Modern approach: separate “where is it and what is it” (layout detection) from “what does it say” (a vision-language model)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That split is this entire module -- Steps 2-4 are exactly that division of labor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OCR Has Been Around Longer Than You'd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1929 -- Gustav Tauschek patents the first OCR device in Germany, using physical templates to match letterforms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1974 -- Ray Kurzweil builds the first “omni-font” OCR reading machine for the blind; Stevie Wonder buys the first commercial unit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Tesseract, the open-source OCR engine, was originally built at HP in the 1980s -- then shelved for a decade before Google open-sourced it in 2005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For 90+ years, “OCR” meant character recognition. Vision-language models are the first real shift in what the term even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 PDF Page Is Not Just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single page can contain: paragraphs, headings, tables, charts, photos -- and artifacts: logos, signatures, stamps/seals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Naive text extraction flattens all of it into one stream -- a table becomes a wall of misaligned numbers, images just vanish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module's job: classify every region on the page BEFORE extracting anything from it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Only then does it make sense to ask a table for its structure and a paragraph for its words, differently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Seven Steps, PDF to 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1. PDF → Image  --  render every page to a PNG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2. Layout Detection  --  classify every region on the page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3. Visualize  --  draw the boxes before doing anything else with them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4. VLM Extraction  --  OCR / table-to-HTML / figure description, per region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5. Region Routing  --  decide what belongs in the document body vs. metadata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6. Assembly  --  reading order → one markdown file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7. Post-processing + Metadata  --  clean up, validate, and record 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1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PDF →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PyMuPDF renders every page to a PNG at 200 DPI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Why render to an image at all? Because the layout detector is a vision model -- it sees pixels, not the PDF's internal text objects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This also means the pipeline works identically on a scanned photo of a document, not just a “digitally native” PDF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Native PDF metadata (title, author, creation date, page count) is captured here too, straight from the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2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Layout Detection — DocLayout-YOLO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YOLOv10-based detector, trained on DocStructBench (built on DocLayNet)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Classifies every region into one of 10 classes: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title, plain text, table, figure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figure_caption, table_caption, table_footnote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isolate_formula, formula_caption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abandon -- headers, footers, watermarks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Real run: 19 regions on page 1 of a 3-page Federal Register document, 15 on a NASA fact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3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Seeing What the Model Actually Found</a:t>
            </a:r>
          </a:p>
        </p:txBody>
      </p:sp>
      <p:pic>
        <p:nvPicPr>
          <p:cNvPr id="5" name="Picture 4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353290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A1D27"/>
                </a:solidFill>
                <a:latin typeface="Calibri"/>
              </a:rPr>
              <a:t>▸  Every box + label is drawn BEFORE any VLM call happens -- this is the layout detector's raw output, unedited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A1D27"/>
                </a:solidFill>
                <a:latin typeface="Calibri"/>
              </a:rPr>
              <a:t>▸  Real finding: the NASA logo (top right) is boxed as “abandon” (gray), not “figure”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 –  The detector is trained mostly on academic papers -- a flat corporate logo doesn't look like anything in that training set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 –  It still gets logged -- just to metadata, not silently dropped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4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The Vision-Language Model — Qwen3.5-0.8B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0.8 billion parameters -- small enough to run on a laptop GPU (Apple MPS / CUDA), not a cloud API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One model does three jobs, just with different prompts: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Transcribe text (title, paragraphs, captions, formulas)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Convert a table image into HTML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Classify + describe a figure (chart, photo, logo, signature, stamp/seal...)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teaching tradeoff: a 0.8B model is small enough to inspect and reason about, and small enough to get things wrong in instructive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Prompt 1 of 3 — Plain Text / Title / Caption /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vlm_client.py :: ocr_text()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3566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500">
                <a:solidFill>
                  <a:srgbClr val="A6E3A1"/>
                </a:solidFill>
                <a:latin typeface="Consolas"/>
              </a:rPr>
              <a:t>"Transcribe all text in this image exactly as written. Return plain text only, no commentary, no markdown formatting."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Used for every text-bearing region class -- title, plain text, captions, and formulas all go through this one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Prompt 2 of 3 — Table →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vlm_client.py :: table_to_html()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3566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500">
                <a:solidFill>
                  <a:srgbClr val="A6E3A1"/>
                </a:solidFill>
                <a:latin typeface="Consolas"/>
              </a:rPr>
              <a:t>"Convert this table image into a single valid HTML &lt;table&gt; element, preserving all rows, columns and header cells. Return only the HTML markup, no markdown code fences, no commentary."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The output gets embedded directly into the markdown as raw HTML -- so it renders as an actual table, not a code block.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Prompt 3 of 3 — Figure Classify + Describe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vlm_client.py :: describe_figure()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3566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500">
                <a:solidFill>
                  <a:srgbClr val="A6E3A1"/>
                </a:solidFill>
                <a:latin typeface="Consolas"/>
              </a:rPr>
              <a:t>"This image is cropped from a document page. Classify it as exactly one of: chart, photo, diagram, logo, signature, stamp_seal, other. Then write a one-sentence description of what it shows. Reply in exactly this format:
TYPE: &lt;type&gt;
DESCRIPTION: &lt;description&gt;"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One call does double duty: the TYPE decides whether this becomes body content (chart/photo/diagram) or metadata-only (logo/signature/stamp_seal).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Small Models Don't Always Follow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table-to-HTML prompt explicitly says: “no markdown code fences”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Qwen3.5-0.8B wrapped its answer in ```html ... ``` anyway, on a real run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pipeline now strips the fence defensively if the model adds one -- but the lesson is the point: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Never treat a prompt instruction as load-bearing. Verify the output, don't just trust the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5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Region Routing — Not Everything Becomes Body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title → markdown heading (##)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plain text / captions / formulas → transcribed text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table → raw HTML, embedded inline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figure, classified as chart / photo / diagram → image + description in the body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figure, classified as logo / signature / stamp_seal → EXCLUDED from the body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These are page furniture and provenance markers, not document content -- they go to metadata.json instead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abandon (headers/footers/watermarks) → dropped from the body, but still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6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Assembly — Reading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Regions are sorted top-to-bottom, then left-to-right, and joined into one markdown file per document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Known limitation: this is a single-column assumption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On a genuinely two-column document (tested: a Census Bureau statistical brief), the naive sort interleaves the two columns and the text comes out scrambled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Fixing it means detecting columns before sorting, not after -- a real extension exercise, not a bug we papered over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is exactly why the sample documents in input_pdfs/ were deliberately chosen to be single-column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STEP 7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Post-Processing, Validation &amp;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Whitespace cleanup on the final markdown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&lt;table&gt; block gets a tag-balance check -- malformed ones are flagged, not silently shipped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metadata.json records: native PDF metadata, region counts, artifacts detected, low-confidence regions, dropped regions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regions.json records the FULL per-region layout data: true class, confidence score, page, bbox, clean text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This turned out to matter beyond this module -- it's what Module 3 (Chunking) reads to make real structure-aware decisions, instead of re-guessing structure from markdown formatting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ENGINEERING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Running on Real Hardware, Not Just “a GPU”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model call auto-picks a backend: CUDA → Apple MPS → CPU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Requesting a device that isn't there fails immediately and clearly, rather than crashing deep inside a tensor op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If an operation isn't implemented on the chosen backend at runtime (this happens on MPS for some kernels), the pipeline logs a warning and retries on CPU instead of dying mid-batch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--device flag lets you force a specific backend to compare speed and behavior directly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The Same Text, Boxed Twice</a:t>
            </a:r>
          </a:p>
        </p:txBody>
      </p:sp>
      <p:pic>
        <p:nvPicPr>
          <p:cNvPr id="5" name="Picture 4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353290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A1D27"/>
                </a:solidFill>
                <a:latin typeface="Calibri"/>
              </a:rPr>
              <a:t>▸  Look at “A Proclamation”: it gets BOTH a red title box (0.91 confidence) and an overlapping blue plain-text box (0.98)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A1D27"/>
                </a:solidFill>
                <a:latin typeface="Calibri"/>
              </a:rPr>
              <a:t>▸  Result: that line is transcribed twice in the markdown output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A1D27"/>
                </a:solidFill>
                <a:latin typeface="Calibri"/>
              </a:rPr>
              <a:t>▸  No cross-class overlap suppression (IoU-based NMS) is implemented -- this is a real, open gap, not a hidden one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 –  Good candidate for a class exercise: how would you deduplicate overlapping detections across different classes?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Small Models Can Be Confidently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Asked to describe a bar chart titled “Q3 Regional Output” with values 40–80: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The model's description said “Q5” and “40 to 80,000 units”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general gist was right -- a bar chart, four regions. The specific numbers were confidently invented.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is a well-known small-VLM failure mode on data-dense images: good at gist, unreliable at precise numbers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Worth remembering before trusting any VLM to read a chart's axis values unsupervised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Module 1 Actually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Per document: pages/ (rendered), annotated/ (boxes), images/ (cropped figures), &lt;doc&gt;.md, metadata.json, regions.json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step is inspectable -- nothing is a black box you just have to trust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small, local, open-weight VLM (0.8B params) handled real government PDFs end to end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Its real mistakes -- duplicate boxes, chart hallucination, a misclassified logo -- are as instructive as its successes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Next: Module 2 turns this output into a validation report; Module 3 turns it into retrieval-ready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3A6"/>
                </a:solidFill>
                <a:latin typeface="Calibri"/>
              </a:rPr>
              <a:t>1. OCR/  --  README.md has the full pipeline detail, every prompt, and every finding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Module 1 of 3  ·  Data Processing → Analysis → Chunking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